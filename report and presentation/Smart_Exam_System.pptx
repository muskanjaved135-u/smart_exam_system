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1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project name, the team, and mention this is a desktop exam automation system built on C# WinForms with a MongoDB cloud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high-level purpose: replacing manual exam handling with an automated, cloud-connected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core pain points of manual exam systems before introducing the solution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each layer top to bottom: UI, business logic, database, and the data model that maps directly to MongoDB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role separation first, then the three smart-registration validations, and close with the password visibility toggle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admin's view: dashboard, live grid pulled from MongoDB, then explain the pass/fail color rule at 40%.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MongoDB collections and the fields each one stores — Users for accounts, Results for exam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three biggest wins: reliability under edge cases, polished UI, and the speed of cloud-backed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three planned enhancements: timer, AI-driven question randomization, and report 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core value proposition, then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21D3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974336" y="7772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home/claude/exam-ppt/icons/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895" y="904799"/>
            <a:ext cx="311810" cy="3118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7296" y="7772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1" descr="/home/claude/exam-ppt/icon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855" y="904799"/>
            <a:ext cx="311810" cy="31181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20256" y="7772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2" descr="/home/claude/exam-ppt/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815" y="904799"/>
            <a:ext cx="311810" cy="3118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EXAM SYSTEM</a:t>
            </a:r>
            <a:endParaRPr lang="en-US" sz="4600" dirty="0"/>
          </a:p>
        </p:txBody>
      </p:sp>
      <p:sp>
        <p:nvSpPr>
          <p:cNvPr id="11" name="Text 6"/>
          <p:cNvSpPr/>
          <p:nvPr/>
        </p:nvSpPr>
        <p:spPr>
          <a:xfrm>
            <a:off x="12801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F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Online Examination &amp; Performance Matrix Platform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3246120" y="379476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B9C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337560" y="39502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Muskan Javed   &amp;   Aqsa Tariq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3756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280160" y="5532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WinForms   |   MongoDB Cloud Database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Smart Exam System sets out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7220" y="16916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4F8F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05740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/home/claude/exam-ppt/icons/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291" y="22384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0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1540" y="3611880"/>
            <a:ext cx="2880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fast, and reliable desktop application designed to automate the examination process for academic institutions.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66260" y="16916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4F8F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05740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/home/claude/exam-ppt/icons/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331" y="223845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860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Goal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0580" y="3611880"/>
            <a:ext cx="2880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paper-checking and provide real-time performance evaluation for students.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15300" y="16916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4F8F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0" y="205740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/home/claude/exam-ppt/icons/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371" y="223845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3900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Innovation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9620" y="3611880"/>
            <a:ext cx="2880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dynamic UI rendering, automatic roll number allocation, and live performance status calculation.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System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examination workflows fall short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exam-ppt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3134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9933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Resource Drain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057400" y="239572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exam conduction takes a lot of time and resources from staff and institutions.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347472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379476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exam-ppt/icons/war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9593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36393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Error Risk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2057400" y="404164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chances of human errors during paper marking and percentage calculation.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31520" y="512064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544068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/home/claude/exam-ppt/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5605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52852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Gaps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2057400" y="568756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results distribution and lack of centralized performance tracking for administrators.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System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stack powering the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5780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05740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exam-ppt/icons/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90" y="22517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/ UI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4380" y="3749040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Windows Forms (WinForms) with professional flat UI design.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62890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0420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0E7C86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205740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exam-ppt/icons/lay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130" y="22517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330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 Logic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89020" y="3749040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(OOP) in C# with dynamic layout handling.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6354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95060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9460" y="205740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2" descr="/home/claude/exam-ppt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770" y="225171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794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23660" y="3749040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(Cloud-based NoSQL database) for scalable and reliable user/result tracking.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9818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029700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0E7C86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44100" y="205740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3" descr="/home/claude/exam-ppt/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8410" y="225171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258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258300" y="3749040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Document Mapping (UserModel, ResultModel) ensuring zero data loss during serialization.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13282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System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Authentication &amp; Security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6002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exam-ppt/icons/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" y="175450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05840" y="2423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workflows for </a:t>
            </a:r>
            <a:r>
              <a:rPr lang="en-US" sz="1300" dirty="0" smtClean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</a:t>
            </a: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520440"/>
            <a:ext cx="42062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05840" y="3749040"/>
            <a:ext cx="685800" cy="6858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1" descr="/home/claude/exam-ppt/icons/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45" y="390334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3776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Controls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005840" y="45720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Password Show / Hide toggle to prevent system-level character overrides.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257800" y="1371600"/>
            <a:ext cx="6172200" cy="4754880"/>
          </a:xfrm>
          <a:prstGeom prst="roundRect">
            <a:avLst>
              <a:gd name="adj" fmla="val 1923"/>
            </a:avLst>
          </a:prstGeom>
          <a:solidFill>
            <a:srgbClr val="1B2A4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77840" y="1627632"/>
            <a:ext cx="685800" cy="6858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2" descr="/home/claude/exam-ppt/icons/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145" y="1781937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167335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Registrations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5623560" y="2514600"/>
            <a:ext cx="502920" cy="502920"/>
          </a:xfrm>
          <a:prstGeom prst="ellipse">
            <a:avLst/>
          </a:prstGeom>
          <a:solidFill>
            <a:srgbClr val="5FB9C2"/>
          </a:solidFill>
          <a:ln/>
        </p:spPr>
      </p:sp>
      <p:pic>
        <p:nvPicPr>
          <p:cNvPr id="18" name="Image 3" descr="/home/claude/exam-ppt/icons/calend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6717" y="262775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9360" y="247802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Age-Limit Validation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309360" y="28437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check requiring a minimum of 15 years of age to sign up.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623560" y="3474720"/>
            <a:ext cx="502920" cy="502920"/>
          </a:xfrm>
          <a:prstGeom prst="ellipse">
            <a:avLst/>
          </a:prstGeom>
          <a:solidFill>
            <a:srgbClr val="5FB9C2"/>
          </a:solidFill>
          <a:ln/>
        </p:spPr>
      </p:sp>
      <p:pic>
        <p:nvPicPr>
          <p:cNvPr id="22" name="Image 4" descr="/home/claude/exam-ppt/icons/envelop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717" y="3587877"/>
            <a:ext cx="276606" cy="27660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09360" y="343814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 Verification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309360" y="38039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validation that checks for proper "@" and ".com" formatting.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623560" y="4434840"/>
            <a:ext cx="502920" cy="502920"/>
          </a:xfrm>
          <a:prstGeom prst="ellipse">
            <a:avLst/>
          </a:prstGeom>
          <a:solidFill>
            <a:srgbClr val="5FB9C2"/>
          </a:solidFill>
          <a:ln/>
        </p:spPr>
      </p:sp>
      <p:pic>
        <p:nvPicPr>
          <p:cNvPr id="26" name="Image 5" descr="/home/claude/exam-ppt/icons/war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6717" y="4547997"/>
            <a:ext cx="276606" cy="27660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09360" y="439826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Confirmation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6309360" y="47640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alerts are raised prior to database insertion.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System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Admin Performance Matrix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664208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exam-ppt/icons/tach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719" y="1839087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6276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Dashboard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65960" y="20574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monitor students, exams, questions, and test metrics from one place.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664208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/home/claude/exam-ppt/icons/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839" y="1839087"/>
            <a:ext cx="427482" cy="4274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6276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Results Grid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98080" y="20574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historical and active exam logs from the MongoDB cloud server.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3337560"/>
            <a:ext cx="10698480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51560" y="3630168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2" descr="/home/claude/exam-ppt/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" y="379476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36667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Status Evaluation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097280" y="4297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real-time percentages at runtime and labels rows with bold color-coded markers.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645920" y="4937760"/>
            <a:ext cx="4206240" cy="868680"/>
          </a:xfrm>
          <a:prstGeom prst="roundRect">
            <a:avLst>
              <a:gd name="adj" fmla="val 47368"/>
            </a:avLst>
          </a:prstGeom>
          <a:solidFill>
            <a:srgbClr val="1E8E5A"/>
          </a:solidFill>
          <a:ln/>
        </p:spPr>
      </p:sp>
      <p:sp>
        <p:nvSpPr>
          <p:cNvPr id="19" name="Shape 14"/>
          <p:cNvSpPr/>
          <p:nvPr/>
        </p:nvSpPr>
        <p:spPr>
          <a:xfrm>
            <a:off x="1847088" y="5120640"/>
            <a:ext cx="502920" cy="5029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0" name="Image 3" descr="/home/claude/exam-ppt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4807" y="5158359"/>
            <a:ext cx="427482" cy="4274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23160" y="4937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—  Percentage ≥ 40%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309360" y="4937760"/>
            <a:ext cx="4206240" cy="868680"/>
          </a:xfrm>
          <a:prstGeom prst="roundRect">
            <a:avLst>
              <a:gd name="adj" fmla="val 47368"/>
            </a:avLst>
          </a:prstGeom>
          <a:solidFill>
            <a:srgbClr val="C0392B"/>
          </a:solidFill>
          <a:ln/>
        </p:spPr>
      </p:sp>
      <p:sp>
        <p:nvSpPr>
          <p:cNvPr id="23" name="Shape 17"/>
          <p:cNvSpPr/>
          <p:nvPr/>
        </p:nvSpPr>
        <p:spPr>
          <a:xfrm>
            <a:off x="6510528" y="51206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4" name="Image 4" descr="/home/claude/exam-ppt/icons/time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247" y="5158359"/>
            <a:ext cx="427482" cy="42748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86600" y="4937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 —  Percentage &lt; 40%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System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8F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exam-ppt/icons/user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21099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Collection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RollNumber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DateOfBirth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8F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96596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/home/claude/exam-ppt/icons/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698" y="21099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57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Collection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20840" y="283464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StudentRoll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TotalQuestions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CorrectAnswers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System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7220" y="178308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97380" y="2148840"/>
            <a:ext cx="868680" cy="86868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exam-ppt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36601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582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Reliability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37260" y="38404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system password overrides and deserialization errors effortlessly.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66260" y="178308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0E7C86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46420" y="2148840"/>
            <a:ext cx="868680" cy="86868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0" name="Image 1" descr="/home/claude/exam-ppt/icons/desk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90" y="236601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486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User-Friendly Interface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86300" y="38404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blue-branded layout with optimized control alignment.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15300" y="178308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395460" y="2148840"/>
            <a:ext cx="868680" cy="86868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2" descr="/home/claude/exam-ppt/icons/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630" y="236601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4390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35340" y="38404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connectivity ensures instant data fetch and rapid test assessment.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System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platform can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631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631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83080" y="214884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/home/claude/exam-ppt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959" y="2323719"/>
            <a:ext cx="427482" cy="4274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88920" y="2011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Countdown Timer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88920" y="24231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dynamic countdown timer inside active student exam panels.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502152"/>
            <a:ext cx="106984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60120" y="393649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9364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783080" y="3822192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1" descr="/home/claude/exam-ppt/icons/rand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959" y="3997071"/>
            <a:ext cx="427482" cy="4274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88920" y="368503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Question Randomizer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788920" y="409651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an automated question bank randomizer using advanced data science clustering algorithms.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" y="5175504"/>
            <a:ext cx="106984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889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0120" y="5609844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6"/>
          <p:cNvSpPr/>
          <p:nvPr/>
        </p:nvSpPr>
        <p:spPr>
          <a:xfrm>
            <a:off x="960120" y="56098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783080" y="5495544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2" name="Image 2" descr="/home/claude/exam-ppt/icons/pd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959" y="5670423"/>
            <a:ext cx="427482" cy="42748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788920" y="535838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Exportable Reports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2788920" y="5769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the Admin Performance Matrix directly into PDF / Excel reports.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System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6400800" cy="6400800"/>
          </a:xfrm>
          <a:prstGeom prst="ellipse">
            <a:avLst/>
          </a:prstGeom>
          <a:solidFill>
            <a:srgbClr val="121D3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840480"/>
            <a:ext cx="5943600" cy="5943600"/>
          </a:xfrm>
          <a:prstGeom prst="ellipse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685800"/>
            <a:ext cx="1005840" cy="10058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home/claude/exam-ppt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9372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745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Q&amp;A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2057400" y="2788920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B9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294436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Exam System successfully shifts standard examination methods into a secure, modernized cloud experience.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80160" y="4526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FB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80160" y="5166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and Feedback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Muskan Javed   &amp;   Aqsa Tariq   —   Department of Computer Science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772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Exam System</dc:title>
  <dc:subject>PptxGenJS Presentation</dc:subject>
  <dc:creator>Muskan Javed &amp; Aqsa Tariq</dc:creator>
  <cp:lastModifiedBy>Microsoft account</cp:lastModifiedBy>
  <cp:revision>2</cp:revision>
  <dcterms:created xsi:type="dcterms:W3CDTF">2026-06-19T06:15:18Z</dcterms:created>
  <dcterms:modified xsi:type="dcterms:W3CDTF">2026-06-19T08:01:13Z</dcterms:modified>
</cp:coreProperties>
</file>